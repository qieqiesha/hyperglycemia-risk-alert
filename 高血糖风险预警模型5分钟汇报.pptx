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Microsoft YaHei"/>
              </a:rPr>
              <a:t>随机森林 Top6 特征重要性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Glucose</c:v>
                  </c:pt>
                  <c:pt idx="1">
                    <c:v>BMI</c:v>
                  </c:pt>
                  <c:pt idx="2">
                    <c:v>Age</c:v>
                  </c:pt>
                  <c:pt idx="3">
                    <c:v>DiabetesPedigreeFunction</c:v>
                  </c:pt>
                  <c:pt idx="4">
                    <c:v>Insulin</c:v>
                  </c:pt>
                  <c:pt idx="5">
                    <c:v>Pregnancies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0.345</c:v>
                </c:pt>
                <c:pt idx="1">
                  <c:v>0.1861</c:v>
                </c:pt>
                <c:pt idx="2">
                  <c:v>0.1175</c:v>
                </c:pt>
                <c:pt idx="3">
                  <c:v>0.0932</c:v>
                </c:pt>
                <c:pt idx="4">
                  <c:v>0.0782</c:v>
                </c:pt>
                <c:pt idx="5">
                  <c:v>0.0635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06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高血糖风险预警模型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17007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技术报告汇报 | qieqiesha/hyperglycemia-risk-alert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768 条标准化健康样本，完成数据分析、三模型对比与风险因素解释。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3063240"/>
            <a:ext cx="14173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063240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1821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35021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样本总量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1720" y="3063240"/>
            <a:ext cx="14173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3063240"/>
            <a:ext cx="73152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31821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14600" y="35021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建模特征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50208" y="3063240"/>
            <a:ext cx="16002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50208" y="3063240"/>
            <a:ext cx="73152" cy="7132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31821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34.90%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33088" y="35021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阳性占比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51576" y="3063240"/>
            <a:ext cx="16002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51576" y="3063240"/>
            <a:ext cx="73152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34456" y="31821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0.8265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34456" y="35021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 AUC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60920" y="768096"/>
            <a:ext cx="4251960" cy="5166360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0" descr="C:\Users\qieqi\Documents\Codex\2026-06-14\qieqiesha-hyperglycemia-risk-alert-https-github\work\hyperglycemia-risk-alert\特征间相关性热力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072" y="841248"/>
            <a:ext cx="4105656" cy="481888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70648" y="5705856"/>
            <a:ext cx="4032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特征间相关性热力图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13232" y="5806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汇报时长：约 5 分钟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4190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高血糖风险预警模型 | 1/8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0104120" y="641908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分钟汇报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项目定位：面向筛查的风险预警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先讲问题，再讲模型为什么这样设计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966960" y="39319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40112" y="466344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临床辅助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744200" y="39319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466344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2971800" cy="4343400"/>
          </a:xfrm>
          <a:prstGeom prst="roundRect">
            <a:avLst>
              <a:gd name="adj" fmla="val 1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242316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预测高血糖/糖尿病风险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输出可解释的风险因素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服务筛查、随访和健康管理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1234440"/>
            <a:ext cx="2971800" cy="4343400"/>
          </a:xfrm>
          <a:prstGeom prst="roundRect">
            <a:avLst>
              <a:gd name="adj" fmla="val 1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1481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仓库资产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42232" y="1874520"/>
            <a:ext cx="237744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标准化数据 diabetes_cleaned.csv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数据处理与建模 Python 脚本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分析表与 4 张可视化图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选题/中期报告材料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1234440"/>
            <a:ext cx="4160520" cy="4343400"/>
          </a:xfrm>
          <a:prstGeom prst="roundRect">
            <a:avLst>
              <a:gd name="adj" fmla="val 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1481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79792" y="2148840"/>
            <a:ext cx="713232" cy="475488"/>
          </a:xfrm>
          <a:prstGeom prst="chevron">
            <a:avLst/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2313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8193024" y="2148840"/>
            <a:ext cx="713232" cy="475488"/>
          </a:xfrm>
          <a:prstGeom prst="chevron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313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特征分析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906256" y="2148840"/>
            <a:ext cx="713232" cy="475488"/>
          </a:xfrm>
          <a:prstGeom prst="chevron">
            <a:avLst/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2832" y="2313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9619488" y="2148840"/>
            <a:ext cx="713232" cy="475488"/>
          </a:xfrm>
          <a:prstGeom prst="chevron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56064" y="2313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性能评估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0332720" y="2148840"/>
            <a:ext cx="713232" cy="475488"/>
          </a:xfrm>
          <a:prstGeom prst="chevron">
            <a:avLst/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69296" y="2313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风险解释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7479792" y="32461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核心判断：这是一个“风险预警”问题，模型不只追求准确率，更要减少高风险人群漏检。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79792" y="4069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因此后续评估重点放在 Recall 与 AUC。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190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高血糖风险预警模型 | 2/8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104120" y="641908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分钟汇报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数据基础：标准化样本与分层划分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768 条样本，8 个特征，Outcome 作为二分类标签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6916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70432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2893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6093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阴性样本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78608" y="1170432"/>
            <a:ext cx="16916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8608" y="1170432"/>
            <a:ext cx="73152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12893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61488" y="16093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阳性样本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98848" y="1170432"/>
            <a:ext cx="15087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848" y="1170432"/>
            <a:ext cx="73152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289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81728" y="160934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缺失值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36208" y="1170432"/>
            <a:ext cx="15087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170432"/>
            <a:ext cx="73152" cy="7132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289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9088" y="160934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3232" y="2267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特征字段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" y="2697480"/>
            <a:ext cx="160020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2807208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Pregnancies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587752" y="2697480"/>
            <a:ext cx="160020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42616" y="2807208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Glucose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462272" y="2697480"/>
            <a:ext cx="160020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7136" y="2807208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BloodPressure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336792" y="2697480"/>
            <a:ext cx="160020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1656" y="2807208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SkinThickness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713232" y="3291840"/>
            <a:ext cx="160020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401568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Insulin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587752" y="3291840"/>
            <a:ext cx="160020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42616" y="3401568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BMI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462272" y="3291840"/>
            <a:ext cx="160020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3401568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DiabetesPedigreeFunction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336792" y="3291840"/>
            <a:ext cx="160020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3401568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658368" y="4343400"/>
            <a:ext cx="73152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4553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预处理特点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6112" y="484632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仓库数据已标准化：除 Outcome 外，各特征均值约 0、标准差约 1；训练/测试采用 stratify=y 的 8:2 分层抽样。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75320" y="1115568"/>
            <a:ext cx="3246120" cy="4462272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1" name="Image 0" descr="C:\Users\qieqi\Documents\Codex\2026-06-14\qieqiesha-hyperglycemia-risk-alert-https-github\work\hyperglycemia-risk-alert\正负样本特征分布箱线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188720"/>
            <a:ext cx="3099816" cy="41148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385048" y="5349240"/>
            <a:ext cx="3026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正负样本特征分布箱线图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2920" y="64190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高血糖风险预警模型 | 3/8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0104120" y="641908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分钟汇报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数据洞察：Glucose 是最强信号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相关性与正负样本差异共同指向核心风险因素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5394960" cy="4498848"/>
          </a:xfrm>
          <a:prstGeom prst="roundRect">
            <a:avLst>
              <a:gd name="adj" fmla="val 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C:\Users\qieqi\Documents\Codex\2026-06-14\qieqiesha-hyperglycemia-risk-alert-https-github\work\hyperglycemia-risk-alert\特征与标签相关性排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52144"/>
            <a:ext cx="5248656" cy="41513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5349240"/>
            <a:ext cx="5175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特征与 Outcome 相关性排序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327648" y="1078992"/>
            <a:ext cx="5102352" cy="4498848"/>
          </a:xfrm>
          <a:prstGeom prst="roundRect">
            <a:avLst>
              <a:gd name="adj" fmla="val 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417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29400" y="1874520"/>
            <a:ext cx="434340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Glucose 与标签相关性最高：0.4928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BMI、Insulin、Age 均呈正相关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阳性样本在 Glucose 上均值差异约 1.0339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这些特征兼具统计信号和医学可解释性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2940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讲述重点：先说明模型不是“黑盒猜测”，数据本身已经显示出清晰的风险梯度。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190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高血糖风险预警模型 | 4/8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104120" y="641908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分钟汇报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建模设计：三模型对比验证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基线模型、主模型和集成学习模型一起比较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49808" y="1298448"/>
            <a:ext cx="30632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298448"/>
            <a:ext cx="306324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2011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可解释基线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53128" y="1298448"/>
            <a:ext cx="30632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3128" y="1298448"/>
            <a:ext cx="306324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54296" y="2011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主模型，class_weight=balanced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56448" y="1298448"/>
            <a:ext cx="30632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1298448"/>
            <a:ext cx="306324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7616" y="2011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集成学习对比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87552" y="3017520"/>
            <a:ext cx="1010412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7320" y="3493008"/>
            <a:ext cx="438912" cy="43891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63016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406908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数据读取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920240" y="3712464"/>
            <a:ext cx="12344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91840" y="3493008"/>
            <a:ext cx="438912" cy="43891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63016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80360" y="406908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8:2 分层划分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794760" y="3712464"/>
            <a:ext cx="12344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66360" y="3493008"/>
            <a:ext cx="438912" cy="43891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63016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406908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669280" y="3712464"/>
            <a:ext cx="12344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40880" y="3493008"/>
            <a:ext cx="438912" cy="43891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363016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9400" y="406908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指标评估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7543800" y="3712464"/>
            <a:ext cx="12344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15400" y="3493008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15400" y="363016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06908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选择主模型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987552" y="5029200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评价指标：Accuracy、Precision、Recall、F1、ROC-AUC。风险预警场景优先关注 Recall 与 AUC。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4190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高血糖风险预警模型 | 5/8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104120" y="641908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分钟汇报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结果：随机森林最适合作主模型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与 Recall 综合最优，漏检更少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207008"/>
          <a:ext cx="6812280" cy="187452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960120"/>
                <a:gridCol w="91440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Precision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Recall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AUC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Logistic Regression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0.7078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0.5957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0.5185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0.5545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0.8069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Random Forest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0.7597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0.6349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0.7407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0.6838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0.8265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XGBoost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0.7597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0.6667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0.6296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0.6476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0.8228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207008"/>
            <a:ext cx="18288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18120" y="1207008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3258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0.7407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01000" y="16459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 Recall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9857232" y="1207008"/>
            <a:ext cx="16459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857232" y="1207008"/>
            <a:ext cx="73152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40112" y="1325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0.8265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40112" y="16459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 AUC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818120" y="2331720"/>
            <a:ext cx="368503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65008" y="25786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混淆矩阵视角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65008" y="29077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随机森林在 54 个阳性测试样本中识别出 40 个，漏检 14 个；Logistic Regression 漏检 26 个。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" y="3584448"/>
            <a:ext cx="498348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0" descr="C:\Users\qieqi\Documents\Codex\2026-06-14\qieqiesha-hyperglycemia-risk-alert-https-github\work\hyperglycemia-risk-alert\关键特征分布对比直方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0"/>
            <a:ext cx="4837176" cy="1618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8096" y="5321808"/>
            <a:ext cx="4764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关键特征分布对比直方图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5897880" y="3584448"/>
            <a:ext cx="5605272" cy="1965960"/>
          </a:xfrm>
          <a:prstGeom prst="roundRect">
            <a:avLst>
              <a:gd name="adj" fmla="val 186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72200" y="3886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172200" y="431596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当前版本推荐以随机森林作为主模型：它在总体区分能力和高风险检出能力上最均衡，更贴合筛查预警任务。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64190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高血糖风险预警模型 | 6/8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0104120" y="641908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分钟汇报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可解释性：关键风险因素清晰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当前仓库可验证的是相关性、分布差异和随机森林特征重要性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49808" y="1143000"/>
          <a:ext cx="50749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143000"/>
            <a:ext cx="525780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7960" y="1481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解释结论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37960" y="1901952"/>
            <a:ext cx="448056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Glucose 是模型最核心信号，重要性 0.3450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BMI 与 Age 对风险分层贡献稳定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DiabetesPedigreeFunction 提供遗传/家族相关信息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 提到 SHAP，但当前仓库尚未提供可复现 SHAP 代码或图表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37960" y="43708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后续可加入 SHAP：全局解释用于发现模型规律，个体 waterfall 图用于解释单个患者为什么被判为高风险。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4190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高血糖风险预警模型 | 7/8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104120" y="641908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分钟汇报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总结与下一步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已有闭环可复现，下一阶段要补齐验证、解释和部署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49808" y="1143000"/>
            <a:ext cx="3337560" cy="443484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44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26060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数据、分析、建模流程完整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随机森林最适合作当前主模型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Glucose、BMI、Age 是核心解释点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143000"/>
            <a:ext cx="3337560" cy="443484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444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主要不足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90872" y="1874520"/>
            <a:ext cx="2578608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样本规模小，缺外部验证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原始量纲缺失，临床阈值解释不足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SHAP 与部署服务尚未落地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19872" y="1143000"/>
            <a:ext cx="3337560" cy="443484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5904" y="1444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75904" y="1874520"/>
            <a:ext cx="2578608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交叉验证与阈值优化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保存标准化器和模型流水线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 SHAP 个体归因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 API/页面并做监控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5806440"/>
            <a:ext cx="10698480" cy="384048"/>
          </a:xfrm>
          <a:prstGeom prst="roundRect">
            <a:avLst>
              <a:gd name="adj" fmla="val 9524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5934456"/>
            <a:ext cx="10149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一句话收束：项目已完成从数据到模型的可复现原型，具备继续扩展为可解释临床辅助预警工具的基础。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4190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高血糖风险预警模型 | 8/8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04120" y="641908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分钟汇报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qieqiesha/hyperglycemia-risk-alert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高血糖风险预警模型技术汇报</dc:title>
  <dc:subject>高血糖风险预警模型技术汇报</dc:subject>
  <dc:creator>Codex</dc:creator>
  <cp:lastModifiedBy>Codex</cp:lastModifiedBy>
  <cp:revision>1</cp:revision>
  <dcterms:created xsi:type="dcterms:W3CDTF">2026-06-14T10:47:52Z</dcterms:created>
  <dcterms:modified xsi:type="dcterms:W3CDTF">2026-06-14T10:47:52Z</dcterms:modified>
</cp:coreProperties>
</file>